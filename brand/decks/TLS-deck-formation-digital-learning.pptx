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0" y="-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{{01}}</a:t>
            </a:r>
            <a:endParaRPr lang="en-US" sz="3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{{NOM DU PARCOURS}} · MODULE {{01}}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du</a:t>
            </a:r>
            <a:endParaRPr lang="en-US" sz="56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module}}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97764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{{X min}}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9424" y="39776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322576" y="39776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{{Débutant / Avancé}}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942332"/>
            <a:ext cx="0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 QUE TU VAS APPRENDRE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3502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{{Ce que tu vas apprendre dans ce module}}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Objectif 1 : ce que tu sauras faire à la fin de ce module. }}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826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32186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Objectif 2 : la compétence clé développée. }}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679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0704" y="38039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Objectif 3 : le bénéfice concret pour ta pratique. }}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640080" y="4942332"/>
            <a:ext cx="786384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4" name="Text 9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 DE LA LEÇON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qu'on va parcourir ensemble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760220" cy="2286000"/>
          </a:xfrm>
          <a:prstGeom prst="roundRect">
            <a:avLst>
              <a:gd name="adj" fmla="val 6234"/>
            </a:avLst>
          </a:prstGeom>
          <a:solidFill>
            <a:srgbClr val="2F5F6A"/>
          </a:solidFill>
          <a:ln w="19050">
            <a:solidFill>
              <a:srgbClr val="2F5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0734" y="2286000"/>
            <a:ext cx="438912" cy="43891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8" name="Text 6"/>
          <p:cNvSpPr/>
          <p:nvPr/>
        </p:nvSpPr>
        <p:spPr>
          <a:xfrm>
            <a:off x="1300734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E45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28346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Concept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3273552"/>
            <a:ext cx="1504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notion clé expliquée.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09444" y="3246120"/>
            <a:ext cx="256032" cy="0"/>
          </a:xfrm>
          <a:prstGeom prst="line">
            <a:avLst/>
          </a:prstGeom>
          <a:noFill/>
          <a:ln w="19050">
            <a:solidFill>
              <a:srgbClr val="E6E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4620" y="2103120"/>
            <a:ext cx="1760220" cy="228600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1905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5274" y="2286000"/>
            <a:ext cx="438912" cy="438912"/>
          </a:xfrm>
          <a:prstGeom prst="ellipse">
            <a:avLst/>
          </a:prstGeom>
          <a:solidFill>
            <a:srgbClr val="E8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3335274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8FA1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02636" y="28346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Exemple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2636" y="3273552"/>
            <a:ext cx="1504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cas concret illustré.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43984" y="3246120"/>
            <a:ext cx="256032" cy="0"/>
          </a:xfrm>
          <a:prstGeom prst="line">
            <a:avLst/>
          </a:prstGeom>
          <a:noFill/>
          <a:ln w="19050">
            <a:solidFill>
              <a:srgbClr val="E6ED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103120"/>
            <a:ext cx="1760220" cy="228600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1905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69814" y="2286000"/>
            <a:ext cx="438912" cy="438912"/>
          </a:xfrm>
          <a:prstGeom prst="ellipse">
            <a:avLst/>
          </a:prstGeom>
          <a:solidFill>
            <a:srgbClr val="E8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5369814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8FA1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37176" y="28346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Pratique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7176" y="3273552"/>
            <a:ext cx="1504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 expérimentes.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78524" y="3246120"/>
            <a:ext cx="256032" cy="0"/>
          </a:xfrm>
          <a:prstGeom prst="line">
            <a:avLst/>
          </a:prstGeom>
          <a:noFill/>
          <a:ln w="19050">
            <a:solidFill>
              <a:srgbClr val="E6ED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3700" y="2103120"/>
            <a:ext cx="1760220" cy="228600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1905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4354" y="2286000"/>
            <a:ext cx="438912" cy="438912"/>
          </a:xfrm>
          <a:prstGeom prst="ellipse">
            <a:avLst/>
          </a:prstGeom>
          <a:solidFill>
            <a:srgbClr val="E8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7404354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8FA1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71716" y="28346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Bilan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1716" y="3273552"/>
            <a:ext cx="1504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 consolides.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72287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5A1B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7228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{{Module 01}}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CONCEPT CLÉ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{{La notion principale du module}}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682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29514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1}}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Explication concise, une phrase maximum. }}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00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91693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2}}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Ce qui distingue ce concept des approches classiques. }}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7552" y="35387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3}}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L'implication directe pour l'apprenant. }}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669280" y="914400"/>
            <a:ext cx="2926080" cy="3657600"/>
          </a:xfrm>
          <a:prstGeom prst="roundRect">
            <a:avLst>
              <a:gd name="adj" fmla="val 5000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66928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Illustration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 capture }}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472287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5A1B4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47228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{{Module 01}}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8B044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«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La formule ou la phrase forte qui résume le concept. Elle doit être mémorable. 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42062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Auteur / Source — ou laisser vide 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942332"/>
            <a:ext cx="3931920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✋  MAINTENANT À TOI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toi de jouer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Décris l'exercice ou la mise en situation. Sois précis·e : quoi faire, comment, avec quoi. Exemple : « Prenez une compétence de votre équipe et positionnez-la sur le modèle Dreyfus. »}}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⏱  10 min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942332"/>
            <a:ext cx="4718304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DANS LA LEARNING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Comment ça</a:t>
            </a:r>
            <a:endParaRPr lang="en-US" sz="28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marche en pratique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7472" cy="347472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Étape 1 : navigation ou action dans l'app. }}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347472" cy="347472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916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Étape 2 : paramétrage ou remplissage. }}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3856" y="3483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Étape 3 : résultat attendu. }}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0" y="640080"/>
            <a:ext cx="4846320" cy="3931920"/>
          </a:xfrm>
          <a:prstGeom prst="roundRect">
            <a:avLst>
              <a:gd name="adj" fmla="val 3721"/>
            </a:avLst>
          </a:prstGeom>
          <a:solidFill>
            <a:srgbClr val="1F3E45"/>
          </a:solidFill>
          <a:ln w="19050">
            <a:solidFill>
              <a:srgbClr val="3D77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640080"/>
            <a:ext cx="4846320" cy="347472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9664" y="749808"/>
            <a:ext cx="128016" cy="128016"/>
          </a:xfrm>
          <a:prstGeom prst="ellipse">
            <a:avLst/>
          </a:prstGeom>
          <a:solidFill>
            <a:srgbClr val="E87B6A"/>
          </a:solidFill>
          <a:ln/>
        </p:spPr>
      </p:sp>
      <p:sp>
        <p:nvSpPr>
          <p:cNvPr id="18" name="Shape 16"/>
          <p:cNvSpPr/>
          <p:nvPr/>
        </p:nvSpPr>
        <p:spPr>
          <a:xfrm>
            <a:off x="4352544" y="74980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5424" y="749808"/>
            <a:ext cx="128016" cy="128016"/>
          </a:xfrm>
          <a:prstGeom prst="ellipse">
            <a:avLst/>
          </a:prstGeom>
          <a:solidFill>
            <a:srgbClr val="9DBEB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667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app.thelearningsociety.fr / {{feature}}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0" y="2103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Capture écran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 démo animée }}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2287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5A1B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228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{{Module 01}}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⚡  VÉRIFIE TA COMPRÉHENSION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La question de vérification — une seule bonne réponse. }}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114800" cy="786384"/>
          </a:xfrm>
          <a:prstGeom prst="roundRect">
            <a:avLst>
              <a:gd name="adj" fmla="val 1162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017520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83464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Option A }}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0" y="2834640"/>
            <a:ext cx="4114800" cy="786384"/>
          </a:xfrm>
          <a:prstGeom prst="roundRect">
            <a:avLst>
              <a:gd name="adj" fmla="val 1162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3017520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79008" y="283464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Option B — bonne réponse si correct: 1 }}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4114800" cy="786384"/>
          </a:xfrm>
          <a:prstGeom prst="roundRect">
            <a:avLst>
              <a:gd name="adj" fmla="val 1162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05072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9888" y="38221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Option C }}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0" y="3822192"/>
            <a:ext cx="4114800" cy="786384"/>
          </a:xfrm>
          <a:prstGeom prst="roundRect">
            <a:avLst>
              <a:gd name="adj" fmla="val 1162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212080" y="4005072"/>
            <a:ext cx="420624" cy="42062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79008" y="38221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Option D }}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942332"/>
            <a:ext cx="6291072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RÉCAPITULATIF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3 points 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457200" cy="45720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21031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1}}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Ce que l'apprenant doit absolument retenir. }}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163824"/>
            <a:ext cx="457200" cy="457200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30175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2}}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Le deuxième enseignement clé. }}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9319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3}}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Ce qui change concrètement dans leur pratique. }}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2287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5A1B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228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{{Module 01}}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84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JOURNAL DE BORD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" y="131673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Prends 5 min pour noter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7863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331720"/>
            <a:ext cx="45720" cy="768096"/>
          </a:xfrm>
          <a:prstGeom prst="rect">
            <a:avLst/>
          </a:prstGeom>
          <a:solidFill>
            <a:srgbClr val="55A1B4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2331720"/>
            <a:ext cx="7534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Qu'est-ce que tu retiens de ce module ? 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7863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264408"/>
            <a:ext cx="45720" cy="768096"/>
          </a:xfrm>
          <a:prstGeom prst="rect">
            <a:avLst/>
          </a:prstGeom>
          <a:solidFill>
            <a:srgbClr val="ED843A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264408"/>
            <a:ext cx="7534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Comment vas-tu appliquer ça dans ta pratique dès cette semaine ? }}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197096"/>
            <a:ext cx="78638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197096"/>
            <a:ext cx="45720" cy="768096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" y="4197096"/>
            <a:ext cx="7534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Quelle question te reste-t-il après ce module ? }}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6314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Accessible depuis ta Learning App → Journal de Bord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472287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55A1B4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7228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{{Module 01}}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 AS TERMINÉ CE MODULE 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Module terminé !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4864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>
                <a:alpha val="-70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 MODULE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090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Titre du prochain module }}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{{X min}}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4680"/>
            <a:ext cx="329184" cy="3291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4407408"/>
            <a:ext cx="2560320" cy="493776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4074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Commencer 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 revenir au parcours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942332"/>
            <a:ext cx="7863840" cy="914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4942332"/>
            <a:ext cx="7077456" cy="91440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47228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155448" cy="155448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6" name="Shape 4"/>
          <p:cNvSpPr/>
          <p:nvPr/>
        </p:nvSpPr>
        <p:spPr>
          <a:xfrm>
            <a:off x="4069080" y="1143000"/>
            <a:ext cx="1005840" cy="1005840"/>
          </a:xfrm>
          <a:prstGeom prst="ellipse">
            <a:avLst/>
          </a:prstGeom>
          <a:solidFill>
            <a:srgbClr val="F8B0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37160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743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BADGE DÉBLOQUÉ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3108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Nom du Badge }}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640080" y="3950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 badge atteste que tu maîtrises : {{ compétence clé }}.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47411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Badge 2.0 · Émis par The Learning Society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Formation Digital Learning</dc:title>
  <dc:subject>PptxGenJS Presentation</dc:subject>
  <dc:creator>The Learning Society</dc:creator>
  <cp:lastModifiedBy>The Learning Society</cp:lastModifiedBy>
  <cp:revision>1</cp:revision>
  <dcterms:created xsi:type="dcterms:W3CDTF">2026-06-17T12:21:35Z</dcterms:created>
  <dcterms:modified xsi:type="dcterms:W3CDTF">2026-06-17T12:21:35Z</dcterms:modified>
</cp:coreProperties>
</file>