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PITCH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L'apprentissage qui</a:t>
            </a:r>
            <a:endParaRPr lang="en-US" sz="3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transforme les organisations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Skills Based Organisation, opérée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2026  ·  thelearningsociety.fr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208" y="187452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travail change plus vite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que les compétences.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48640" y="3886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problème que nous résolvons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MARCHÉ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 besoin structurel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39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constat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5"/>
          <p:cNvSpPr/>
          <p:nvPr/>
        </p:nvSpPr>
        <p:spPr>
          <a:xfrm>
            <a:off x="117043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Requalification massive d'ici 2030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 dispositifs actuels n'engagent pas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L'IA accélère l'obsolescence des savoirs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3969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L'opportunité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74920" y="278892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7" name="Text 13"/>
          <p:cNvSpPr/>
          <p:nvPr/>
        </p:nvSpPr>
        <p:spPr>
          <a:xfrm>
            <a:off x="533095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marché de l'EdTech B2B en forte croissance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74920" y="335584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9" name="Text 15"/>
          <p:cNvSpPr/>
          <p:nvPr/>
        </p:nvSpPr>
        <p:spPr>
          <a:xfrm>
            <a:off x="533095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 SBO deviennent un standard RH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74920" y="3922776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1" name="Text 17"/>
          <p:cNvSpPr/>
          <p:nvPr/>
        </p:nvSpPr>
        <p:spPr>
          <a:xfrm>
            <a:off x="533095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L'IA permet enfin le sur-mesure à l'échelle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PRODUIT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Une plateforme, trois piliers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21" y="2350557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Formation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parcours certifiants, conçus avec des experts métier.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453" y="2350557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Accompagnement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593592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 coaching 1-1 et des corrections personnalisées.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496312" cy="2606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57984"/>
            <a:ext cx="713232" cy="713232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085" y="2350557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05409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Learning App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364224" y="3493008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L'apprentissage en autonomie, gamifié et mobile-first.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0" name="Text 15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Comment on crée de la valeur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2529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5" name="Text 3"/>
          <p:cNvSpPr/>
          <p:nvPr/>
        </p:nvSpPr>
        <p:spPr>
          <a:xfrm>
            <a:off x="122529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Diagnostic 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Positionnement précis des compétences.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7"/>
          <p:cNvSpPr/>
          <p:nvPr/>
        </p:nvSpPr>
        <p:spPr>
          <a:xfrm>
            <a:off x="323697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Parcours adaptatif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8833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Personnalisé en continu.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4865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524865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Coaching humain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L'accompagnement qui ancre.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033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7" name="Text 15"/>
          <p:cNvSpPr/>
          <p:nvPr/>
        </p:nvSpPr>
        <p:spPr>
          <a:xfrm>
            <a:off x="72603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Passeport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1169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Une preuve de compétence portable.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premiers signaux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64" y="2360432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1 200+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apprenants actifs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96" y="2360432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x3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611880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rétention vs LMS classique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85416"/>
            <a:ext cx="603504" cy="60350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28" y="2360432"/>
            <a:ext cx="253472" cy="253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92%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382512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complétion des parcours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illustratives — à remplacer par tes chiffres réels.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Des revenus récurrents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08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B2B SaaS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86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par siège</a:t>
            </a:r>
            <a:endParaRPr lang="en-US" sz="2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35808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297180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Abonnement annuel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19856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33558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Pricing par paliers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803904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0704" y="3739896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Expansion par équipe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319272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55A1B4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64024" y="163677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15" name="Text 10"/>
          <p:cNvSpPr/>
          <p:nvPr/>
        </p:nvSpPr>
        <p:spPr>
          <a:xfrm>
            <a:off x="4764024" y="16367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Populaire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593592" y="20208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Accompagnement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593592" y="2386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843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l'usage</a:t>
            </a:r>
            <a:endParaRPr lang="en-US" sz="2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35808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31336" y="297180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 à la séance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419856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31336" y="33558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sur-mesure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803904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31336" y="3739896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Marge de service élevée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089904" y="1783080"/>
            <a:ext cx="2496312" cy="27889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364224" y="20208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Certification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6364224" y="2386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l'acte</a:t>
            </a:r>
            <a:endParaRPr lang="en-US" sz="2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035808"/>
            <a:ext cx="146304" cy="14630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01968" y="297180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Passeport de compétences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3419856"/>
            <a:ext cx="146304" cy="14630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601968" y="33558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Validation des acquis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3803904"/>
            <a:ext cx="146304" cy="1463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01968" y="3739896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Valeur perçue forte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548640" y="46451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Structure indicative.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Notre trajectoire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788920"/>
            <a:ext cx="6035040" cy="0"/>
          </a:xfrm>
          <a:prstGeom prst="line">
            <a:avLst/>
          </a:prstGeom>
          <a:noFill/>
          <a:ln w="25400">
            <a:solidFill>
              <a:srgbClr val="B9D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Product-market fit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35608" y="2670048"/>
            <a:ext cx="237744" cy="237744"/>
          </a:xfrm>
          <a:prstGeom prst="ellipse">
            <a:avLst/>
          </a:prstGeom>
          <a:solidFill>
            <a:srgbClr val="ED843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Premiers clients, boucle produit.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Scale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4728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Croissance commerciale, IA avancée.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Expansion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5896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Nouveaux marchés, écosystème.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2031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Vision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7064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standard des SBO en Europe.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Rejoignez l'aventure.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Nous construisons l'infrastructure d'apprentissage des organisations de demain.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Parlons-en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16966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</a:t>
            </a:r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Pitch</dc:title>
  <dc:subject>PptxGenJS Presentation</dc:subject>
  <dc:creator>The Learning Society</dc:creator>
  <cp:lastModifiedBy>The Learning Society</cp:lastModifiedBy>
  <cp:revision>1</cp:revision>
  <dcterms:created xsi:type="dcterms:W3CDTF">2026-06-16T08:16:35Z</dcterms:created>
  <dcterms:modified xsi:type="dcterms:W3CDTF">2026-06-16T08:16:35Z</dcterms:modified>
</cp:coreProperties>
</file>