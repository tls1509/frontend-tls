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embeddedFontLst>
    <p:embeddedFont>
      <p:font typeface="League Spartan"/>
      <p:regular r:id="rId10"/>
      <p:bold r:id="rId11"/>
    </p:embeddedFont>
    <p:embeddedFont>
      <p:font typeface="Nunito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PRÉSENTATION COMMERCIALE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Construire l'organisation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apprenante de demain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</a:t>
            </a:r>
            <a:pPr indent="0" marL="0">
              <a:buNone/>
            </a:pPr>
            <a:r>
              <a:rPr lang="en-US" sz="135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Accompagnement</a:t>
            </a:r>
            <a:pPr indent="0" marL="0">
              <a:buNone/>
            </a:pPr>
            <a:r>
              <a:rPr lang="en-US" sz="135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Learning App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2026  ·  thelearningsociety.fr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APPROCHE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Trois leviers, un parcours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Formation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parcours certifiants, conçus avec des experts métier.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4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Accompagnement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593592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 coaching 1-1 et des corrections personnalisées.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350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Learning App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364224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L'apprentissage en autonomie, gamifié et mobile-first.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L'impact, en chiffres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500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+38%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d'engagement 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2350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92%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611880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taux de complétion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85416"/>
            <a:ext cx="603504" cy="60350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3500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4,8/5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6382512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satisfaction apprenant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illustratives — à remplacer par tes chiffres réels.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Gabarits TLS — échantillon</dc:title>
  <dc:subject>PptxGenJS Presentation</dc:subject>
  <dc:creator>The Learning Society</dc:creator>
  <cp:lastModifiedBy>The Learning Society</cp:lastModifiedBy>
  <cp:revision>1</cp:revision>
  <dcterms:created xsi:type="dcterms:W3CDTF">2026-06-16T08:03:30Z</dcterms:created>
  <dcterms:modified xsi:type="dcterms:W3CDTF">2026-06-16T08:03:30Z</dcterms:modified>
</cp:coreProperties>
</file>