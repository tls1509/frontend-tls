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PROPOSITION DE CONSEIL · CONFIDENTIEL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Devenez une organisation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pilotée par les compétences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Méthode STRIDE</a:t>
            </a:r>
            <a:pPr indent="0" marL="0">
              <a:buNone/>
            </a:pPr>
            <a:r>
              <a:rPr lang="en-US" sz="135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Accompagnement &amp; Conseil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{{Client}}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208" y="178308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 ne livre pas un rapport.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 livre des résultats,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vos projets réels.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3931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parti pris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Pourquoi changer de modèle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39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Aujourd'hui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5"/>
          <p:cNvSpPr/>
          <p:nvPr/>
        </p:nvSpPr>
        <p:spPr>
          <a:xfrm>
            <a:off x="117043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 compétences réelles sont invisibles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formation se perd, sans preuve d'impact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projets bloqués faute de compétences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3969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modèle Skills-Based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74920" y="278892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7" name="Text 13"/>
          <p:cNvSpPr/>
          <p:nvPr/>
        </p:nvSpPr>
        <p:spPr>
          <a:xfrm>
            <a:off x="533095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 décide sur les compétences, pas les diplômes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74920" y="335584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9" name="Text 15"/>
          <p:cNvSpPr/>
          <p:nvPr/>
        </p:nvSpPr>
        <p:spPr>
          <a:xfrm>
            <a:off x="533095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Chaque formation devient une preuve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74920" y="3922776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1" name="Text 17"/>
          <p:cNvSpPr/>
          <p:nvPr/>
        </p:nvSpPr>
        <p:spPr>
          <a:xfrm>
            <a:off x="533095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compétence se voit, se mesure, se mobilise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SIGNATURE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Apprendre → Appliquer → Prouver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21" y="2350557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Apprendre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parcours ciblés sur les compétences clés.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453" y="2350557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Appliquer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593592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des projets réels, pas en salle.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085" y="2350557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Prouver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364224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passeport de compétences qui s'enrichit.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0" name="Text 15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STRIDE — votre feuille de route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963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299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8FA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71600" y="204825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S'orienter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56946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Audit de maturité &amp; Skills Gap.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783080"/>
            <a:ext cx="24963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20299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8FA1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142232" y="204825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Tester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7016" y="256946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POC concret sur un parcours.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783080"/>
            <a:ext cx="24963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0299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8FA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912864" y="204825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Réaliser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256946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Référentiels &amp; agents IA construits.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4963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4472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8FA1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371600" y="346557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Intégrer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" y="398678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Branchement à votre stack (LMS, RH).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9272" y="3200400"/>
            <a:ext cx="24963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38728" y="34472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8FA1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142232" y="346557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Déployer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57016" y="398678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Lancement &amp; conduite du changement.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3200400"/>
            <a:ext cx="24963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4472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8FA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É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6912864" y="346557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Évoluer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27648" y="398678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Amélioration continue par la donnée.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PARCOURS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Comment on démarre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56057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5" name="Text 3"/>
          <p:cNvSpPr/>
          <p:nvPr/>
        </p:nvSpPr>
        <p:spPr>
          <a:xfrm>
            <a:off x="156057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Audit Flash SBO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310128"/>
            <a:ext cx="2426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0,5 à 1 jour pour cartographier vos écarts de compétences.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4281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7"/>
          <p:cNvSpPr/>
          <p:nvPr/>
        </p:nvSpPr>
        <p:spPr>
          <a:xfrm>
            <a:off x="424281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22320" y="285292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Mission STRIDE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58896" y="3310128"/>
            <a:ext cx="2426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transformation, étape par étape.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2505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692505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04560" y="285292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 plateforme reste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41136" y="3310128"/>
            <a:ext cx="2426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L'outil s'ancre dans votre quotidien.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Trois façons d'avancer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55A1B4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93392" y="163677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6" name="Text 4"/>
          <p:cNvSpPr/>
          <p:nvPr/>
        </p:nvSpPr>
        <p:spPr>
          <a:xfrm>
            <a:off x="1993392" y="16367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Recommandé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02082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Méthode STRIDE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843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72384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2990088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Accompagnement complet 6 étapes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0704" y="3410712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l'audit à l'évolution continue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13632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0704" y="383133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an de Learning App offert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19272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593592" y="202082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Solutions IA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93592" y="245973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2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72384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31336" y="2990088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Agents &amp; chatbots sur-mesure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49300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31336" y="3410712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Automatisations Plug &amp; Play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913632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31336" y="383133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Outils auteur IA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089904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364224" y="202082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Upskilling L&amp;D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364224" y="245973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2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072384"/>
            <a:ext cx="146304" cy="14630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01968" y="2990088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Masterclasses IA générative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3493008"/>
            <a:ext cx="146304" cy="14630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601968" y="3410712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 de groupe Skills-Data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3913632"/>
            <a:ext cx="146304" cy="1463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01968" y="383133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certifiés Open Badges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548640" y="46451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Tarifs sur devis — confidentiel, calibrés ensemble après l'Audit Flash.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Du tangible à chaque jalon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Audit SBO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maturité + analyse du Skills Gap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9572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286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sur-mesure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contenus créés sur la Learning App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529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743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Interconnexion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LMS, CRM et SIRH branchés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Référentiels &amp; IA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compétences cibles + agents déployés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67328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Déploiement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collaborateurs onboardés + conduite du changement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2452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584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Pilotage continu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tableaux de données + mise à jour des compétences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7" name="Text 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PREUVES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Notre impact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64" y="2360432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X }}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41248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organisations accompagnées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96" y="2360432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X }}%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611880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d'engagement constaté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85416"/>
            <a:ext cx="603504" cy="60350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28" y="2360432"/>
            <a:ext cx="253472" cy="253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X }}/5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382512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satisfaction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3525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à compléter avec vos preuves — réf. C-Campus : 578 personnes formées en 2023, +93% de satisfaction.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Commençons par un Audit Flash.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0,5 à 1 jour pour révéler vos écarts de compétences et tracer la route.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23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Réserver l'audit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21538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8328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</a:t>
            </a:r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Conseil · Méthode STRIDE</dc:title>
  <dc:subject>PptxGenJS Presentation</dc:subject>
  <dc:creator>The Learning Society</dc:creator>
  <cp:lastModifiedBy>The Learning Society</cp:lastModifiedBy>
  <cp:revision>1</cp:revision>
  <dcterms:created xsi:type="dcterms:W3CDTF">2026-06-16T08:33:25Z</dcterms:created>
  <dcterms:modified xsi:type="dcterms:W3CDTF">2026-06-16T08:33:25Z</dcterms:modified>
</cp:coreProperties>
</file>