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fntdata" ContentType="application/x-fontdata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League Spartan"/>
      <p:regular r:id="rId90"/>
      <p:bold r:id="rId91"/>
    </p:embeddedFont>
    <p:embeddedFont>
      <p:font typeface="Nunito"/>
      <p:regular r:id="rId92"/>
      <p:bold r:id="rId9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90" Type="http://schemas.openxmlformats.org/officeDocument/2006/relationships/font" Target="fonts/font1.fntdata"/><Relationship Id="rId91" Type="http://schemas.openxmlformats.org/officeDocument/2006/relationships/font" Target="fonts/font2.fntdata"/><Relationship Id="rId92" Type="http://schemas.openxmlformats.org/officeDocument/2006/relationships/font" Target="fonts/font3.fntdata"/><Relationship Id="rId9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SUIVI DE PROJET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Point d'étape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Programme de montée en compétences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645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Juin 2026  ·  Comité de pilotage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 PROGRAMME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Ordre du jour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05178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0517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1783080"/>
            <a:ext cx="722376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Objectifs &amp; indicateurs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07008" y="2247900"/>
            <a:ext cx="71323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69998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6999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2247900"/>
            <a:ext cx="722376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Les jalons du projet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07008" y="2712720"/>
            <a:ext cx="71323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734818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3481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2712720"/>
            <a:ext cx="722376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État d'avancement par chantier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07008" y="3177540"/>
            <a:ext cx="71323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99638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9963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3177540"/>
            <a:ext cx="722376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Métriques d'usage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7008" y="3642360"/>
            <a:ext cx="71323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664458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6445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7008" y="3642360"/>
            <a:ext cx="722376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Risques &amp; décisions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07008" y="4107180"/>
            <a:ext cx="71323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129278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2927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07008" y="4107180"/>
            <a:ext cx="722376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Prochaines étapes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OBJECTIFS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Nos indicateurs cibles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85416"/>
            <a:ext cx="603504" cy="603504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264" y="2360432"/>
            <a:ext cx="253472" cy="253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300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collaborateurs à former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19272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185416"/>
            <a:ext cx="603504" cy="603504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896" y="2360432"/>
            <a:ext cx="253472" cy="253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80%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3611880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complétion visée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9904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185416"/>
            <a:ext cx="603504" cy="603504"/>
          </a:xfrm>
          <a:prstGeom prst="ellipse">
            <a:avLst/>
          </a:prstGeom>
          <a:solidFill>
            <a:srgbClr val="ED84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528" y="2360432"/>
            <a:ext cx="253472" cy="253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692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4,5/5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6382512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satisfaction cible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Données illustratives — à remplacer par les chiffres du projet.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1" name="Text 16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JALONS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Où en est-on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54480" y="2788920"/>
            <a:ext cx="6035040" cy="0"/>
          </a:xfrm>
          <a:prstGeom prst="line">
            <a:avLst/>
          </a:prstGeom>
          <a:noFill/>
          <a:ln w="25400">
            <a:solidFill>
              <a:srgbClr val="B9D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2139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Cadrage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435608" y="2670048"/>
            <a:ext cx="237744" cy="237744"/>
          </a:xfrm>
          <a:prstGeom prst="ellipse">
            <a:avLst/>
          </a:prstGeom>
          <a:solidFill>
            <a:srgbClr val="4A8FA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31089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Périmètre et KPIs validés.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040" y="2139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Lancement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447288" y="2670048"/>
            <a:ext cx="237744" cy="237744"/>
          </a:xfrm>
          <a:prstGeom prst="ellipse">
            <a:avLst/>
          </a:prstGeom>
          <a:solidFill>
            <a:srgbClr val="ED843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31089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Onboarding en cours.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17720" y="2139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Déploiement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58968" y="2670048"/>
            <a:ext cx="237744" cy="237744"/>
          </a:xfrm>
          <a:prstGeom prst="ellipse">
            <a:avLst/>
          </a:prstGeom>
          <a:solidFill>
            <a:srgbClr val="B9D7D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31089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Généralisation des parcours.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29400" y="2139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Bilan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470648" y="2670048"/>
            <a:ext cx="237744" cy="237744"/>
          </a:xfrm>
          <a:prstGeom prst="ellipse">
            <a:avLst/>
          </a:prstGeom>
          <a:solidFill>
            <a:srgbClr val="B9D7D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31089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Mesure d'impact finale.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AVANCEMENT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État des chantiers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25296" y="201168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5" name="Text 3"/>
          <p:cNvSpPr/>
          <p:nvPr/>
        </p:nvSpPr>
        <p:spPr>
          <a:xfrm>
            <a:off x="122529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Contenus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331012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Parcours prêts. ✓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36976" y="201168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9" name="Text 7"/>
          <p:cNvSpPr/>
          <p:nvPr/>
        </p:nvSpPr>
        <p:spPr>
          <a:xfrm>
            <a:off x="323697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5176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Plateforme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88336" y="331012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Déployée et configurée. ✓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48656" y="2011680"/>
            <a:ext cx="658368" cy="65836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3" name="Text 11"/>
          <p:cNvSpPr/>
          <p:nvPr/>
        </p:nvSpPr>
        <p:spPr>
          <a:xfrm>
            <a:off x="524865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Onboarding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0016" y="331012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cours — 60%.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60336" y="2011680"/>
            <a:ext cx="658368" cy="658368"/>
          </a:xfrm>
          <a:prstGeom prst="ellipse">
            <a:avLst/>
          </a:prstGeom>
          <a:solidFill>
            <a:srgbClr val="B9D7DF"/>
          </a:solidFill>
          <a:ln/>
        </p:spPr>
      </p:sp>
      <p:sp>
        <p:nvSpPr>
          <p:cNvPr id="17" name="Text 15"/>
          <p:cNvSpPr/>
          <p:nvPr/>
        </p:nvSpPr>
        <p:spPr>
          <a:xfrm>
            <a:off x="726033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7512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Coaching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11696" y="331012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Démarrage T3.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L'adoption en chiffres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85416"/>
            <a:ext cx="603504" cy="603504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264" y="2360432"/>
            <a:ext cx="253472" cy="253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182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comptes activés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19272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185416"/>
            <a:ext cx="603504" cy="603504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896" y="2360432"/>
            <a:ext cx="253472" cy="253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3h20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3611880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temps moyen / apprenant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9904" y="1874520"/>
            <a:ext cx="249631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185416"/>
            <a:ext cx="603504" cy="603504"/>
          </a:xfrm>
          <a:prstGeom prst="ellipse">
            <a:avLst/>
          </a:prstGeom>
          <a:solidFill>
            <a:srgbClr val="ED84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528" y="2360432"/>
            <a:ext cx="253472" cy="253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89864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692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64%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6382512" y="35753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progression moyenne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Données illustratives — à remplacer par les chiffres du projet.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1" name="Text 16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PILOTAGE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Risques &amp; décisions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388620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3969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Points d'attention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2788920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8" name="Text 5"/>
          <p:cNvSpPr/>
          <p:nvPr/>
        </p:nvSpPr>
        <p:spPr>
          <a:xfrm>
            <a:off x="1170432" y="2679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Onboarding plus lent que prévu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355848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Disponibilité des managers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3922776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2" name="Text 9"/>
          <p:cNvSpPr/>
          <p:nvPr/>
        </p:nvSpPr>
        <p:spPr>
          <a:xfrm>
            <a:off x="1170432" y="38130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Charge de coaching à anticiper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09160" y="1810512"/>
            <a:ext cx="3886200" cy="2743200"/>
          </a:xfrm>
          <a:prstGeom prst="roundRect">
            <a:avLst>
              <a:gd name="adj" fmla="val 4667"/>
            </a:avLst>
          </a:prstGeom>
          <a:solidFill>
            <a:srgbClr val="E8F4F7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213969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58968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Décisions prises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74920" y="2788920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17" name="Text 13"/>
          <p:cNvSpPr/>
          <p:nvPr/>
        </p:nvSpPr>
        <p:spPr>
          <a:xfrm>
            <a:off x="5330952" y="2679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Relance ciblée des comptes inactifs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074920" y="3355848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19" name="Text 15"/>
          <p:cNvSpPr/>
          <p:nvPr/>
        </p:nvSpPr>
        <p:spPr>
          <a:xfrm>
            <a:off x="5330952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Créneaux managers bloqués au T3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74920" y="3922776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21" name="Text 17"/>
          <p:cNvSpPr/>
          <p:nvPr/>
        </p:nvSpPr>
        <p:spPr>
          <a:xfrm>
            <a:off x="5330952" y="38130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Renfort coaching validé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3" name="Text 19"/>
          <p:cNvSpPr/>
          <p:nvPr/>
        </p:nvSpPr>
        <p:spPr>
          <a:xfrm>
            <a:off x="694944" y="4764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680960" y="4764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Prochaines étapes.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Accélérer l'onboarding, préparer le coaching T3, prochain COPIL en septembre.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F8B0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Voir le détail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4169664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0" y="3977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hello@thelearningsociety.fr    </a:t>
            </a:r>
            <a:pPr indent="0" marL="0">
              <a:buNone/>
            </a:pPr>
            <a:r>
              <a:rPr lang="en-US" sz="12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thelearningsociety.fr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— Suivi de projet</dc:title>
  <dc:subject>PptxGenJS Presentation</dc:subject>
  <dc:creator>The Learning Society</dc:creator>
  <cp:lastModifiedBy>The Learning Society</cp:lastModifiedBy>
  <cp:revision>1</cp:revision>
  <dcterms:created xsi:type="dcterms:W3CDTF">2026-06-16T08:16:35Z</dcterms:created>
  <dcterms:modified xsi:type="dcterms:W3CDTF">2026-06-16T08:16:35Z</dcterms:modified>
</cp:coreProperties>
</file>