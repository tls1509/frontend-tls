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FORMATION · {{Nom du parcours}}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414016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du module}}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{{45 min}}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73936" y="402336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402336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{{Niveau}}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99232" y="4023360"/>
            <a:ext cx="2384755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4023360"/>
            <a:ext cx="23847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{{Présentiel / Distanciel}}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Module {{X}} / {{Y}}  ·  {{Formateur·trice}}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POURQUOI C'EST IMPORTANT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1208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Posez ici une question qui accroche vos apprenants. }}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Prenez 30 secondes pour y réfléchir avant de continuer.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798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OBJECTIFS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la fin de ce module, vous saurez :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d'apprentissage 1}}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d'apprentissage 2}}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{{Verbe d'action}}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{{objectif d'apprentissage 3}}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Astuce : 1 objectif = 1 verbe d'action mesurable (identifier, analyser, appliquer…).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3" name="Text 8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PARCOURS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 programme de ce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22529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{{Chapitre 1}}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{{idée clé}}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3697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0" name="Text 8"/>
          <p:cNvSpPr/>
          <p:nvPr/>
        </p:nvSpPr>
        <p:spPr>
          <a:xfrm>
            <a:off x="323697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{{Chapitre 2}}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8833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{{idée clé}}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4865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{{Chapitre 3}}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001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{{idée clé}}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0336" y="2103120"/>
            <a:ext cx="658368" cy="65836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{{Chapitre 4}}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11696" y="3401568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{{idée clé}}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CONCEPT CLÉ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{{Nom du concept clé}}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Expliquez le concept clé en 2 à 3 phrases simples et concrètes. Privilégiez un exemple parlant à une définition abstraite. 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87452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E8F4F7"/>
          </a:solidFill>
          <a:ln w="12700">
            <a:solidFill>
              <a:srgbClr val="CDE6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48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14416" y="2148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30368" y="2642616"/>
            <a:ext cx="3072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Le point essentiel à mémoriser, en une phrase. }}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20470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20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{{Un exemple concret}}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76272"/>
            <a:ext cx="365760" cy="36576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3969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{{Élément / étape 1 de l'exemple}}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79776"/>
            <a:ext cx="365760" cy="36576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{{Élément / étape 2 de l'exemple}}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383280"/>
            <a:ext cx="365760" cy="365760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3467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{{Élément / étape 3 de l'exemple}}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19226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192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ACTIVITÉ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{{Consigne de l'activité}}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{{Instruction 1}}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957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{{Instruction 2}}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71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{{Instruction 3}}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2106778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11880"/>
            <a:ext cx="2106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Durée : {{10 min}}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2403043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240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 : {{Individuel}}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38862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5875">
            <a:solidFill>
              <a:srgbClr val="D8C3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983480" y="2112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49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 Zone de réponse / prise de notes 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24205" cy="310896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24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QUIZ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Posez votre question de vérification ? }}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002536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920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A}}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8F4F7"/>
          </a:solidFill>
          <a:ln w="19050">
            <a:solidFill>
              <a:srgbClr val="55A1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69464"/>
            <a:ext cx="292608" cy="292608"/>
          </a:xfrm>
          <a:prstGeom prst="ellipse">
            <a:avLst/>
          </a:prstGeom>
          <a:solidFill>
            <a:srgbClr val="4A8FA1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4871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B}}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2606040"/>
            <a:ext cx="219456" cy="2194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054096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136392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05409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C}}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21024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3703320"/>
            <a:ext cx="292608" cy="292608"/>
          </a:xfrm>
          <a:prstGeom prst="ellipse">
            <a:avLst/>
          </a:prstGeom>
          <a:solidFill>
            <a:srgbClr val="DCE6EA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6210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{{Réponse D}}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4242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Réponse 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{{B}} — {{courte explication de la bonne réponse}}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08022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MISE EN SITUATION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{{Cas pratique}}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862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situation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276148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{{Contexte de la situation}}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29184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{{Élément 2}}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3822192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{{Élément 3}}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874520"/>
            <a:ext cx="3886200" cy="2606040"/>
          </a:xfrm>
          <a:prstGeom prst="roundRect">
            <a:avLst>
              <a:gd name="adj" fmla="val 4912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0056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vous d'analyser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56632" y="276148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6" name="Text 14"/>
          <p:cNvSpPr/>
          <p:nvPr/>
        </p:nvSpPr>
        <p:spPr>
          <a:xfrm>
            <a:off x="5294376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1}}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56632" y="329184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8" name="Text 16"/>
          <p:cNvSpPr/>
          <p:nvPr/>
        </p:nvSpPr>
        <p:spPr>
          <a:xfrm>
            <a:off x="5294376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2}}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56632" y="3822192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0" name="Text 18"/>
          <p:cNvSpPr/>
          <p:nvPr/>
        </p:nvSpPr>
        <p:spPr>
          <a:xfrm>
            <a:off x="5294376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{{Question 3}}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7981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À RETENIR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points clés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clé 1}}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clé 2}}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{{Point clé 3}}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{{précision}}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2" name="Text 7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7981" cy="310896"/>
          </a:xfrm>
          <a:prstGeom prst="roundRect">
            <a:avLst>
              <a:gd name="adj" fmla="val 50000"/>
            </a:avLst>
          </a:prstGeom>
          <a:solidFill>
            <a:srgbClr val="C069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RÉFLEXION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Prenez un temps de recul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Quelle est la première chose que vous allez mettre en pratique, et comment ? }}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8046720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593592"/>
            <a:ext cx="8046720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32504"/>
            <a:ext cx="8046720" cy="0"/>
          </a:xfrm>
          <a:prstGeom prst="line">
            <a:avLst/>
          </a:prstGeom>
          <a:noFill/>
          <a:ln w="12700">
            <a:solidFill>
              <a:srgbClr val="D9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Notez votre réponse dans votre Journal d'apprentissage sur la Learning App.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04288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ALLER PLUS LOIN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Ressources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{{Ressource 1}}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{{type / lien}}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{{Ressource 2}}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{{type / lien}}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{{Ressource 3}}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{{type / lien}}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2" name="Text 7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269480" y="1508760"/>
            <a:ext cx="1280160" cy="128016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Bravo, module terminé.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Vous avez gagné {{XP}} points et débloqué le badge « {{Nom du badge}} ».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069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Continuer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2519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40690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Module suivant : {{Titre}}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Module de formation (gabarit)</dc:title>
  <dc:subject>PptxGenJS Presentation</dc:subject>
  <dc:creator>The Learning Society</dc:creator>
  <cp:lastModifiedBy>The Learning Society</cp:lastModifiedBy>
  <cp:revision>1</cp:revision>
  <dcterms:created xsi:type="dcterms:W3CDTF">2026-06-16T12:59:32Z</dcterms:created>
  <dcterms:modified xsi:type="dcterms:W3CDTF">2026-06-16T12:59:32Z</dcterms:modified>
</cp:coreProperties>
</file>