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fntdata" ContentType="application/x-fontdata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League Spartan"/>
      <p:regular r:id="rId90"/>
      <p:bold r:id="rId91"/>
    </p:embeddedFont>
    <p:embeddedFont>
      <p:font typeface="Nunito"/>
      <p:regular r:id="rId92"/>
      <p:bold r:id="rId9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90" Type="http://schemas.openxmlformats.org/officeDocument/2006/relationships/font" Target="fonts/font1.fntdata"/><Relationship Id="rId91" Type="http://schemas.openxmlformats.org/officeDocument/2006/relationships/font" Target="fonts/font2.fntdata"/><Relationship Id="rId92" Type="http://schemas.openxmlformats.org/officeDocument/2006/relationships/font" Target="fonts/font3.fntdata"/><Relationship Id="rId9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PRÉSENTATION COMMERCIALE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Construire l'organisation</a:t>
            </a:r>
            <a:endParaRPr lang="en-US" sz="3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apprenante de demain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Formation</a:t>
            </a:r>
            <a:pPr indent="0" marL="0">
              <a:buNone/>
            </a:pPr>
            <a:r>
              <a:rPr lang="en-US" sz="1350" dirty="0">
                <a:solidFill>
                  <a:srgbClr val="55A1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·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Accompagnement</a:t>
            </a:r>
            <a:pPr indent="0" marL="0">
              <a:buNone/>
            </a:pPr>
            <a:r>
              <a:rPr lang="en-US" sz="1350" dirty="0">
                <a:solidFill>
                  <a:srgbClr val="55A1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·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Learning App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645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2026  ·  thelearningsociety.fr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Au programme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05178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0517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783080"/>
            <a:ext cx="72237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 défi des compétences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07008" y="2247900"/>
            <a:ext cx="71323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69998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6999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2247900"/>
            <a:ext cx="72237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Notre vision : la Skills Based Organisation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07008" y="2712720"/>
            <a:ext cx="71323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734818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3481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2712720"/>
            <a:ext cx="72237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Trois leviers, un parcours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07008" y="3177540"/>
            <a:ext cx="71323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99638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9963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3177540"/>
            <a:ext cx="72237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La méthode, étape par étape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7008" y="3642360"/>
            <a:ext cx="71323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64458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6445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3642360"/>
            <a:ext cx="72237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L'impact &amp; les formules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07008" y="4107180"/>
            <a:ext cx="71323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129278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2927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07008" y="4107180"/>
            <a:ext cx="72237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Votre déploiement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 défi des compétences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388620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3969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 constat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278892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8" name="Text 5"/>
          <p:cNvSpPr/>
          <p:nvPr/>
        </p:nvSpPr>
        <p:spPr>
          <a:xfrm>
            <a:off x="1170432" y="2679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Les compétences se périment en ~30 mois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355848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Les formations descendantes sont peu suivies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3922776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2" name="Text 9"/>
          <p:cNvSpPr/>
          <p:nvPr/>
        </p:nvSpPr>
        <p:spPr>
          <a:xfrm>
            <a:off x="1170432" y="38130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Difficile de relier apprentissage et terrain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09160" y="1810512"/>
            <a:ext cx="3886200" cy="2743200"/>
          </a:xfrm>
          <a:prstGeom prst="roundRect">
            <a:avLst>
              <a:gd name="adj" fmla="val 4667"/>
            </a:avLst>
          </a:prstGeom>
          <a:solidFill>
            <a:srgbClr val="E8F4F7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213969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58968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Notre promesse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74920" y="2788920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7" name="Text 13"/>
          <p:cNvSpPr/>
          <p:nvPr/>
        </p:nvSpPr>
        <p:spPr>
          <a:xfrm>
            <a:off x="5330952" y="2679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compétences ancrées dans la pratique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074920" y="3355848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9" name="Text 15"/>
          <p:cNvSpPr/>
          <p:nvPr/>
        </p:nvSpPr>
        <p:spPr>
          <a:xfrm>
            <a:off x="5330952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engagement apprenant durable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74920" y="3922776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21" name="Text 17"/>
          <p:cNvSpPr/>
          <p:nvPr/>
        </p:nvSpPr>
        <p:spPr>
          <a:xfrm>
            <a:off x="5330952" y="38130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Une preuve de progression mesurable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3" name="Text 19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208" y="1874520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Une organisation n'apprend pas par hasard.</a:t>
            </a:r>
            <a:endParaRPr lang="en-US" sz="3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Elle se conçoit.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48640" y="3886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NOTRE APPROCHE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Trois leviers, un parcours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96312" cy="2606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57984"/>
            <a:ext cx="713232" cy="713232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21" y="2350557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054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Formation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3493008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parcours certifiants, conçus avec des experts métier.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19272" y="1828800"/>
            <a:ext cx="2496312" cy="2606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57984"/>
            <a:ext cx="713232" cy="713232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453" y="2350557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054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Accompagnement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593592" y="3493008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 coaching 1-1 et des corrections personnalisées.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9904" y="1828800"/>
            <a:ext cx="2496312" cy="2606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157984"/>
            <a:ext cx="713232" cy="713232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085" y="2350557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3054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Learning App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364224" y="3493008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L'apprentissage en autonomie, gamifié et mobile-first.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0" name="Text 15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Comment ça marche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2529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5" name="Text 3"/>
          <p:cNvSpPr/>
          <p:nvPr/>
        </p:nvSpPr>
        <p:spPr>
          <a:xfrm>
            <a:off x="122529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Diagnostic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331012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Cartographie des compétences et des besoins.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697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9" name="Text 7"/>
          <p:cNvSpPr/>
          <p:nvPr/>
        </p:nvSpPr>
        <p:spPr>
          <a:xfrm>
            <a:off x="323697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Parcours sur-mesure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88336" y="331012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chemin adapté à chaque profil.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4865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3" name="Text 11"/>
          <p:cNvSpPr/>
          <p:nvPr/>
        </p:nvSpPr>
        <p:spPr>
          <a:xfrm>
            <a:off x="524865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Pratique accompagnée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0016" y="331012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Coaching, mises en situation, feedback.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6033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7" name="Text 15"/>
          <p:cNvSpPr/>
          <p:nvPr/>
        </p:nvSpPr>
        <p:spPr>
          <a:xfrm>
            <a:off x="726033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7512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Passeport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11696" y="331012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preuve vivante des compétences acquises.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L'impact, en chiffres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85416"/>
            <a:ext cx="603504" cy="60350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64" y="2360432"/>
            <a:ext cx="253472" cy="253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+38%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d'engagement formation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19272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85416"/>
            <a:ext cx="603504" cy="60350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896" y="2360432"/>
            <a:ext cx="253472" cy="253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92%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3611880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taux de complétion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9904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185416"/>
            <a:ext cx="603504" cy="603504"/>
          </a:xfrm>
          <a:prstGeom prst="ellipse">
            <a:avLst/>
          </a:prstGeom>
          <a:solidFill>
            <a:srgbClr val="ED8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528" y="2360432"/>
            <a:ext cx="253472" cy="253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4,8/5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6382512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satisfaction apprenant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Données illustratives — à remplacer par tes chiffres réels.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1" name="Text 16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CAS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que vivent les équipes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388620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3969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Avant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278892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8" name="Text 5"/>
          <p:cNvSpPr/>
          <p:nvPr/>
        </p:nvSpPr>
        <p:spPr>
          <a:xfrm>
            <a:off x="1170432" y="2679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 On veut monter en compétence sans savoir par où commencer »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355848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formations vite oubliées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3922776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2" name="Text 9"/>
          <p:cNvSpPr/>
          <p:nvPr/>
        </p:nvSpPr>
        <p:spPr>
          <a:xfrm>
            <a:off x="1170432" y="38130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Peu de transfert sur le terrain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09160" y="1810512"/>
            <a:ext cx="3886200" cy="2743200"/>
          </a:xfrm>
          <a:prstGeom prst="roundRect">
            <a:avLst>
              <a:gd name="adj" fmla="val 4667"/>
            </a:avLst>
          </a:prstGeom>
          <a:solidFill>
            <a:srgbClr val="E8F4F7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213969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58968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Avec TLS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74920" y="2788920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7" name="Text 13"/>
          <p:cNvSpPr/>
          <p:nvPr/>
        </p:nvSpPr>
        <p:spPr>
          <a:xfrm>
            <a:off x="5330952" y="2679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parcours clair et personnalisé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074920" y="3355848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9" name="Text 15"/>
          <p:cNvSpPr/>
          <p:nvPr/>
        </p:nvSpPr>
        <p:spPr>
          <a:xfrm>
            <a:off x="5330952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Une pratique accompagnée au quotidien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74920" y="3922776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21" name="Text 17"/>
          <p:cNvSpPr/>
          <p:nvPr/>
        </p:nvSpPr>
        <p:spPr>
          <a:xfrm>
            <a:off x="5330952" y="38130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compétences visibles et reconnues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3" name="Text 19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OFFRES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Des formules adaptées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96312" cy="27889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20824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Essentiel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8658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sur devis</a:t>
            </a:r>
            <a:endParaRPr lang="en-US" sz="2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035808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2971800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Accès Learning App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19856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0704" y="33558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Parcours certifiants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803904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0704" y="3739896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Communauté apprenante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319272" y="1783080"/>
            <a:ext cx="2496312" cy="27889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55A1B4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764024" y="163677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15" name="Text 10"/>
          <p:cNvSpPr/>
          <p:nvPr/>
        </p:nvSpPr>
        <p:spPr>
          <a:xfrm>
            <a:off x="4764024" y="163677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Populaire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3593592" y="2020824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Équipe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3593592" y="238658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843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sur devis</a:t>
            </a:r>
            <a:endParaRPr lang="en-US" sz="2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035808"/>
            <a:ext cx="146304" cy="1463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31336" y="2971800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Tout Essentiel</a:t>
            </a:r>
            <a:endParaRPr lang="en-US" sz="11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419856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31336" y="33558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Coaching 1-1</a:t>
            </a:r>
            <a:endParaRPr lang="en-US" sz="11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803904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31336" y="3739896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Tableau de bord manager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089904" y="1783080"/>
            <a:ext cx="2496312" cy="27889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6364224" y="2020824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Entreprise</a:t>
            </a:r>
            <a:endParaRPr lang="en-US" sz="1700" dirty="0"/>
          </a:p>
        </p:txBody>
      </p:sp>
      <p:sp>
        <p:nvSpPr>
          <p:cNvPr id="26" name="Text 18"/>
          <p:cNvSpPr/>
          <p:nvPr/>
        </p:nvSpPr>
        <p:spPr>
          <a:xfrm>
            <a:off x="6364224" y="238658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sur mesure</a:t>
            </a:r>
            <a:endParaRPr lang="en-US" sz="2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035808"/>
            <a:ext cx="146304" cy="14630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601968" y="2971800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Tout Équipe</a:t>
            </a:r>
            <a:endParaRPr lang="en-US" sz="11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3419856"/>
            <a:ext cx="146304" cy="14630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601968" y="33558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Parcours sur-mesure</a:t>
            </a:r>
            <a:endParaRPr lang="en-US" sz="11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512" y="3803904"/>
            <a:ext cx="146304" cy="14630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601968" y="3739896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Accompagnement dédié</a:t>
            </a:r>
            <a:endParaRPr lang="en-US" sz="11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2512" y="4187952"/>
            <a:ext cx="146304" cy="146304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601968" y="412394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SSO &amp; reporting</a:t>
            </a:r>
            <a:endParaRPr lang="en-US" sz="1150" dirty="0"/>
          </a:p>
        </p:txBody>
      </p:sp>
      <p:sp>
        <p:nvSpPr>
          <p:cNvPr id="35" name="Text 23"/>
          <p:cNvSpPr/>
          <p:nvPr/>
        </p:nvSpPr>
        <p:spPr>
          <a:xfrm>
            <a:off x="548640" y="46451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Tarifs sur devis — structure indicative à personnaliser.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Votre déploiement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54480" y="2788920"/>
            <a:ext cx="6035040" cy="0"/>
          </a:xfrm>
          <a:prstGeom prst="line">
            <a:avLst/>
          </a:prstGeom>
          <a:noFill/>
          <a:ln w="25400">
            <a:solidFill>
              <a:srgbClr val="B9D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SEMAINE 1-2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2139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Cadrage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435608" y="2670048"/>
            <a:ext cx="237744" cy="237744"/>
          </a:xfrm>
          <a:prstGeom prst="ellipse">
            <a:avLst/>
          </a:prstGeom>
          <a:solidFill>
            <a:srgbClr val="4A8FA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1089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Objectifs, périmètre, indicateurs de succès.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SEMAINE 3-4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2139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Lancement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447288" y="2670048"/>
            <a:ext cx="237744" cy="237744"/>
          </a:xfrm>
          <a:prstGeom prst="ellipse">
            <a:avLst/>
          </a:prstGeom>
          <a:solidFill>
            <a:srgbClr val="ED843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31089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Onboarding des équipes, premiers parcours.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MOIS 2-3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2139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Montée en charge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58968" y="2670048"/>
            <a:ext cx="237744" cy="237744"/>
          </a:xfrm>
          <a:prstGeom prst="ellipse">
            <a:avLst/>
          </a:prstGeom>
          <a:solidFill>
            <a:srgbClr val="B9D7D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31089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Coaching, suivi de la progression.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MOIS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29400" y="2139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Bilan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70648" y="2670048"/>
            <a:ext cx="237744" cy="237744"/>
          </a:xfrm>
          <a:prstGeom prst="ellipse">
            <a:avLst/>
          </a:prstGeom>
          <a:solidFill>
            <a:srgbClr val="B9D7D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31089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Mesure d'impact et plan de suite.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Passons à l'action.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Construisons le parcours de montée en compétence de vos équipes.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8B0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Discutons-en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4169664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0" y="3977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hello@thelearningsociety.fr    </a:t>
            </a:r>
            <a:pPr indent="0" marL="0">
              <a:buNone/>
            </a:pPr>
            <a:r>
              <a:rPr lang="en-US" sz="12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thelearningsociety.fr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Présentation commerciale</dc:title>
  <dc:subject>PptxGenJS Presentation</dc:subject>
  <dc:creator>The Learning Society</dc:creator>
  <cp:lastModifiedBy>The Learning Society</cp:lastModifiedBy>
  <cp:revision>1</cp:revision>
  <dcterms:created xsi:type="dcterms:W3CDTF">2026-06-16T08:16:35Z</dcterms:created>
  <dcterms:modified xsi:type="dcterms:W3CDTF">2026-06-16T08:16:35Z</dcterms:modified>
</cp:coreProperties>
</file>