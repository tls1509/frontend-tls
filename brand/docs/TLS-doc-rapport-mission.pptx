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182880" cy="18288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132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5852160"/>
            <a:ext cx="6007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RAPPORT DE MISSION · CONFIDENTIEL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0664" y="6263640"/>
            <a:ext cx="6007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Rapport de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Mission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77240" y="8275320"/>
            <a:ext cx="640080" cy="45720"/>
          </a:xfrm>
          <a:prstGeom prst="rect">
            <a:avLst/>
          </a:prstGeom>
          <a:solidFill>
            <a:srgbClr val="ED84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8503920"/>
            <a:ext cx="6007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Titre de la mission — ex. Diagnostic SBO &amp; Plan de Transformation }}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946404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Client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{{Organisation}}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9774936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Mission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{{Audit Flash STRIDE / Accompagnement / Formation}}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10085832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Période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{{Mois YYYY – Mois YYYY}}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10396728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Référence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{{REF-000}}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868680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 · CONTEXTE &amp; OBJECTIFS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536192"/>
            <a:ext cx="6007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Ce que nous avons fait ensemble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6007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Rappel du contexte de départ : situation de l'organisation, enjeux identifiés, ce qui a motivé la mission. 3-4 lignes. }}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6007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Objectifs fixés au démarrage et périmètre d'intervention. }}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6858000"/>
            <a:ext cx="1880616" cy="1645920"/>
          </a:xfrm>
          <a:prstGeom prst="roundRect">
            <a:avLst>
              <a:gd name="adj" fmla="val 5556"/>
            </a:avLst>
          </a:prstGeom>
          <a:solidFill>
            <a:srgbClr val="E8F4F7"/>
          </a:solidFill>
          <a:ln w="12700">
            <a:solidFill>
              <a:srgbClr val="CD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7059168"/>
            <a:ext cx="1880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{{X}}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77240" y="7772400"/>
            <a:ext cx="188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participants impliqués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40736" y="6858000"/>
            <a:ext cx="1880616" cy="1645920"/>
          </a:xfrm>
          <a:prstGeom prst="roundRect">
            <a:avLst>
              <a:gd name="adj" fmla="val 5556"/>
            </a:avLst>
          </a:prstGeom>
          <a:solidFill>
            <a:srgbClr val="E8F4F7"/>
          </a:solidFill>
          <a:ln w="12700">
            <a:solidFill>
              <a:srgbClr val="CD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40736" y="7059168"/>
            <a:ext cx="1880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{{X}}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840736" y="7772400"/>
            <a:ext cx="188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semaines de mission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04232" y="6858000"/>
            <a:ext cx="1880616" cy="1645920"/>
          </a:xfrm>
          <a:prstGeom prst="roundRect">
            <a:avLst>
              <a:gd name="adj" fmla="val 5556"/>
            </a:avLst>
          </a:prstGeom>
          <a:solidFill>
            <a:srgbClr val="E8F4F7"/>
          </a:solidFill>
          <a:ln w="12700">
            <a:solidFill>
              <a:srgbClr val="CD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4232" y="7059168"/>
            <a:ext cx="1880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{{X}}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904232" y="7772400"/>
            <a:ext cx="188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livrables produits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10003536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10067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Rapport de mission · Confidentiel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56048" y="10067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868680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 · CE QUE NOUS AVONS RÉALISÉ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536192"/>
            <a:ext cx="6007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Les 6 étapes STRIDE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512064" cy="51206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23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5608" y="2404872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S'orienter — Audit de maturité SBO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35608" y="2770632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Ce qui a été fait, observé, livré à cette étape. Inclure les outils utilisés et les personnes rencontrées. 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813048"/>
            <a:ext cx="512064" cy="51206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35608" y="3794760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Tester — Prototypage &amp; expérimentation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35608" y="416052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Description des actions menées, ateliers, tests pilote. 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5202936"/>
            <a:ext cx="512064" cy="512064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02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35608" y="5184648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Réaliser — Déploiement opérationnel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35608" y="5550408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Ce qui a été construit, paramétré, formé. }}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6592824"/>
            <a:ext cx="512064" cy="512064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6592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35608" y="6574536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Intégrer — Ancrage dans les pratiques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35608" y="6940296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Comment les équipes ont intégré les changements. }}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7982712"/>
            <a:ext cx="512064" cy="51206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7982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35608" y="7964424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Déployer — Généralisation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35608" y="8330184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Périmètre du déploiement, jalons franchis. }}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9372600"/>
            <a:ext cx="512064" cy="512064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9372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35608" y="9354312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Évoluer — Pilotage &amp; amélioration continue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35608" y="9720072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Indicateurs mis en place, boucles de feedback, feuille de route. }}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" y="10003536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10067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Rapport de mission · Confidentiel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56048" y="10067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868680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 · RÉSULTATS &amp; RECOMMANDATIONS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536192"/>
            <a:ext cx="6007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Où nous en sommes</a:t>
            </a:r>
            <a:endParaRPr lang="en-US" sz="2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9631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2432304"/>
            <a:ext cx="5586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{{Résultat 1}}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 description et preuve mesurable si disponible. }}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9981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24712" y="3035808"/>
            <a:ext cx="5586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{{Résultat 2}}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 description }}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0332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4712" y="3639312"/>
            <a:ext cx="5586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{{Résultat 3}}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 description }}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06824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24712" y="4242816"/>
            <a:ext cx="5586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{{Résultat 4}}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 description }}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777240" y="5248656"/>
            <a:ext cx="54864" cy="1975104"/>
          </a:xfrm>
          <a:prstGeom prst="rect">
            <a:avLst/>
          </a:prstGeom>
          <a:solidFill>
            <a:srgbClr val="F8B044"/>
          </a:solidFill>
          <a:ln/>
        </p:spPr>
      </p:sp>
      <p:sp>
        <p:nvSpPr>
          <p:cNvPr id="16" name="Text 10"/>
          <p:cNvSpPr/>
          <p:nvPr/>
        </p:nvSpPr>
        <p:spPr>
          <a:xfrm>
            <a:off x="978408" y="5248656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RECOMMANDATIONS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978408" y="5632704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  {{ Recommandation prioritaire 1 — action à mener dans les 30 jours. }}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978408" y="6181344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  {{ Recommandation 2 — à horizon 3 mois. }}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978408" y="6729984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  {{ Recommandation 3 — axe stratégique à 6-12 mois. }}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77240" y="10003536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77240" y="10067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Rapport de mission · Confidentiel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4956048" y="10067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868680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04 · PROCHAINES ÉTAPES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536192"/>
            <a:ext cx="6007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Pour continuer sur cette lancée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512064" cy="512064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5608" y="2450592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{{Étape 1}}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70448" y="24688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{{Mois YYYY}}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35608" y="2816352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Description de la prochaine action concrète. 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4128" y="3730752"/>
            <a:ext cx="0" cy="18288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913632"/>
            <a:ext cx="512064" cy="512064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13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35608" y="3895344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{{Étape 2}}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70448" y="39136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{{Mois YYYY}}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35608" y="4261104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Suite logique de l'accompagnement proposée. }}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4128" y="5175504"/>
            <a:ext cx="0" cy="18288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358384"/>
            <a:ext cx="512064" cy="512064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358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35608" y="5340096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{{Étape 3}}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70448" y="53583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{{T3 YYYY}}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35608" y="5705856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Vision à moyen terme et format d'intervention suggéré. }}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7589520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7680960"/>
            <a:ext cx="2775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Pour The Learning Society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8778240"/>
            <a:ext cx="277520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8851392"/>
            <a:ext cx="2775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{{Chloé Mimault · Co-fondatrice}}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9107424"/>
            <a:ext cx="2775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Date &amp; signature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09644" y="7680960"/>
            <a:ext cx="2775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Pour {{Client}}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009644" y="8778240"/>
            <a:ext cx="277520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09644" y="8851392"/>
            <a:ext cx="2775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{{Nom · fonction}}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09644" y="9107424"/>
            <a:ext cx="2775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Date &amp; signature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7240" y="8677656"/>
            <a:ext cx="6007608" cy="914400"/>
          </a:xfrm>
          <a:prstGeom prst="roundRect">
            <a:avLst>
              <a:gd name="adj" fmla="val 10000"/>
            </a:avLst>
          </a:prstGeom>
          <a:solidFill>
            <a:srgbClr val="2F5F6A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8906256"/>
            <a:ext cx="5276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hello@thelearningsociety.fr     </a:t>
            </a:r>
            <a:pPr indent="0" marL="0">
              <a:buNone/>
            </a:pPr>
            <a:r>
              <a:rPr lang="en-US" sz="11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thelearningsociety.fr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77240" y="10003536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10067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Rapport de mission · Confidentiel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10067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TLS — Rapport de Mission STRIDE</dc:title>
  <dc:subject>PptxGenJS Presentation</dc:subject>
  <dc:creator>The Learning Society</dc:creator>
  <cp:lastModifiedBy>The Learning Society</cp:lastModifiedBy>
  <cp:revision>1</cp:revision>
  <dcterms:created xsi:type="dcterms:W3CDTF">2026-06-17T12:20:21Z</dcterms:created>
  <dcterms:modified xsi:type="dcterms:W3CDTF">2026-06-17T12:20:21Z</dcterms:modified>
</cp:coreProperties>
</file>