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fntdata" ContentType="application/x-fontdata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7562088" cy="10689336"/>
  <p:notesSz cx="10689336" cy="7562088"/>
  <p:embeddedFontLst>
    <p:embeddedFont>
      <p:font typeface="League Spartan"/>
      <p:regular r:id="rId90"/>
      <p:bold r:id="rId91"/>
    </p:embeddedFont>
    <p:embeddedFont>
      <p:font typeface="Nunito"/>
      <p:regular r:id="rId92"/>
      <p:bold r:id="rId9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90" Type="http://schemas.openxmlformats.org/officeDocument/2006/relationships/font" Target="fonts/font1.fntdata"/><Relationship Id="rId91" Type="http://schemas.openxmlformats.org/officeDocument/2006/relationships/font" Target="fonts/font2.fntdata"/><Relationship Id="rId92" Type="http://schemas.openxmlformats.org/officeDocument/2006/relationships/font" Target="fonts/font3.fntdata"/><Relationship Id="rId93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182880" cy="18288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132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5852160"/>
            <a:ext cx="6007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PROPOSITION · CONFIDENTIEL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0664" y="6263640"/>
            <a:ext cx="60076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{{Titre de la proposition}}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77240" y="8275320"/>
            <a:ext cx="640080" cy="45720"/>
          </a:xfrm>
          <a:prstGeom prst="rect">
            <a:avLst/>
          </a:prstGeom>
          <a:solidFill>
            <a:srgbClr val="ED84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8503920"/>
            <a:ext cx="6007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Sous-titre : le bénéfice principal en une phrase. }}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9464040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Préparé pour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{{Client}}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9774936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10085832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Date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{{2026}}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10396728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0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Référence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{{REF-000}}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868680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 · CONTEXTE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536192"/>
            <a:ext cx="6007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Votre enjeu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6007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Reformulez le contexte et l'enjeu du client en 3-4 phrases. Montrez que vous avez compris sa situation : c'est ce qui inspire confiance. }}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6007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Ajoutez un second paragraphe si besoin : l'impact de l'inaction, l'urgence, l'opportunité. }}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5120640"/>
            <a:ext cx="6007608" cy="1371600"/>
          </a:xfrm>
          <a:prstGeom prst="roundRect">
            <a:avLst>
              <a:gd name="adj" fmla="val 8000"/>
            </a:avLst>
          </a:prstGeom>
          <a:solidFill>
            <a:srgbClr val="E8F4F7"/>
          </a:solidFill>
          <a:ln w="12700">
            <a:solidFill>
              <a:srgbClr val="CDE6E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541324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72184" y="5413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88136" y="5833872"/>
            <a:ext cx="5385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La phrase qui résume l'enjeu, à retenir. }}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77240" y="10003536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10067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Confidentiel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956048" y="10067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868680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 · NOTRE PROPOSITION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536192"/>
            <a:ext cx="6007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Ce que nous proposons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2606040"/>
            <a:ext cx="548640" cy="548640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587752"/>
            <a:ext cx="5230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{{Volet 1}}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554480" y="3026664"/>
            <a:ext cx="5230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Décrivez le premier volet de la prestation et le livrable associé. }}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4370832"/>
            <a:ext cx="5230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{{Volet 2}}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554480" y="4809744"/>
            <a:ext cx="5230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Décrivez le deuxième volet et sa valeur pour le client. }}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6172200"/>
            <a:ext cx="548640" cy="548640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6172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6153912"/>
            <a:ext cx="5230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{{Volet 3}}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554480" y="6592824"/>
            <a:ext cx="5230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Décrivez le troisième volet, le résultat attendu. }}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9500616"/>
            <a:ext cx="6007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Tarifs et calendrier détaillés sur demande — calibrés ensemble après l'Audit Flash.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10003536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10067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Confidentiel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56048" y="10067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66928"/>
            <a:ext cx="128016" cy="128016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868680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6007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 · ACCORD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536192"/>
            <a:ext cx="6007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Pour avancer ensemble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6007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Récapitulez l'engagement, les prochaines étapes et la durée de validité de l'offre. Une signature de part et d'autre vaut bon pour accord de démarrage. }}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4572000"/>
            <a:ext cx="27752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Pour The Learning Society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5760720"/>
            <a:ext cx="2775204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815584"/>
            <a:ext cx="2775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{{Nom · fonction}}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6089904"/>
            <a:ext cx="2775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Date &amp; signature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09644" y="4572000"/>
            <a:ext cx="27752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Pour {{Client}}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09644" y="5760720"/>
            <a:ext cx="2775204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9644" y="5815584"/>
            <a:ext cx="2775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{{Nom · fonction}}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09644" y="6089904"/>
            <a:ext cx="2775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Date &amp; signature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7240" y="8403336"/>
            <a:ext cx="6007608" cy="1097280"/>
          </a:xfrm>
          <a:prstGeom prst="roundRect">
            <a:avLst>
              <a:gd name="adj" fmla="val 10000"/>
            </a:avLst>
          </a:prstGeom>
          <a:solidFill>
            <a:srgbClr val="2F5F6A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8631936"/>
            <a:ext cx="5276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Une question 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8997696"/>
            <a:ext cx="5276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hello@thelearningsociety.fr     </a:t>
            </a:r>
            <a:pPr indent="0" marL="0">
              <a:buNone/>
            </a:pPr>
            <a:r>
              <a:rPr lang="en-US" sz="120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thelearningsociety.fr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10003536"/>
            <a:ext cx="6007608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10067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Confidentiel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56048" y="10067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TLS — Proposition (gabarit document)</dc:title>
  <dc:subject>PptxGenJS Presentation</dc:subject>
  <dc:creator>The Learning Society</dc:creator>
  <cp:lastModifiedBy>The Learning Society</cp:lastModifiedBy>
  <cp:revision>1</cp:revision>
  <dcterms:created xsi:type="dcterms:W3CDTF">2026-06-17T09:19:35Z</dcterms:created>
  <dcterms:modified xsi:type="dcterms:W3CDTF">2026-06-17T09:19:35Z</dcterms:modified>
</cp:coreProperties>
</file>