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fntdata" ContentType="application/x-fontdata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embeddedFontLst>
    <p:embeddedFont>
      <p:font typeface="League Spartan"/>
      <p:regular r:id="rId90"/>
      <p:bold r:id="rId91"/>
    </p:embeddedFont>
    <p:embeddedFont>
      <p:font typeface="Nunito"/>
      <p:regular r:id="rId92"/>
      <p:bold r:id="rId9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90" Type="http://schemas.openxmlformats.org/officeDocument/2006/relationships/font" Target="fonts/font1.fntdata"/><Relationship Id="rId91" Type="http://schemas.openxmlformats.org/officeDocument/2006/relationships/font" Target="fonts/font2.fntdata"/><Relationship Id="rId92" Type="http://schemas.openxmlformats.org/officeDocument/2006/relationships/font" Target="fonts/font3.fntdata"/><Relationship Id="rId9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468880"/>
          </a:xfrm>
          <a:prstGeom prst="rect">
            <a:avLst/>
          </a:prstGeom>
          <a:solidFill>
            <a:srgbClr val="2F5F6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548640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4846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BREF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371600"/>
            <a:ext cx="6007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{{Titre de l'offre}}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6007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Une accroche de 2-3 lignes : à qui s'adresse l'offre, le problème résolu, et pourquoi vous. }}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4023360"/>
            <a:ext cx="1819656" cy="2743200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33272" y="4315968"/>
            <a:ext cx="640080" cy="640080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448056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14984" y="5120640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{{Pilier 1}}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33272" y="5522976"/>
            <a:ext cx="1307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Bénéfice concret en une phrase. }}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71216" y="4023360"/>
            <a:ext cx="1819656" cy="2743200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27248" y="4315968"/>
            <a:ext cx="640080" cy="640080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448056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08960" y="5120640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{{Pilier 2}}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127248" y="5522976"/>
            <a:ext cx="1307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Bénéfice concret en une phrase. }}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965192" y="4023360"/>
            <a:ext cx="1819656" cy="2743200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221224" y="4315968"/>
            <a:ext cx="640080" cy="640080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4480560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02936" y="5120640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{{Pilier 3}}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221224" y="5522976"/>
            <a:ext cx="1307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Bénéfice concret en une phrase. }}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77240" y="7406640"/>
            <a:ext cx="6007608" cy="1371600"/>
          </a:xfrm>
          <a:prstGeom prst="roundRect">
            <a:avLst>
              <a:gd name="adj" fmla="val 8000"/>
            </a:avLst>
          </a:prstGeom>
          <a:solidFill>
            <a:srgbClr val="E8F4F7"/>
          </a:solidFill>
          <a:ln w="12700">
            <a:solidFill>
              <a:srgbClr val="CDE6E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143000" y="7635240"/>
            <a:ext cx="5276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Votre chiffre clé ou votre promesse forte — ce qui reste en tête. }}</a:t>
            </a:r>
            <a:endParaRPr lang="en-US" sz="1900" dirty="0"/>
          </a:p>
        </p:txBody>
      </p:sp>
      <p:sp>
        <p:nvSpPr>
          <p:cNvPr id="25" name="Shape 20"/>
          <p:cNvSpPr/>
          <p:nvPr/>
        </p:nvSpPr>
        <p:spPr>
          <a:xfrm>
            <a:off x="777240" y="9098280"/>
            <a:ext cx="2194560" cy="566928"/>
          </a:xfrm>
          <a:prstGeom prst="roundRect">
            <a:avLst>
              <a:gd name="adj" fmla="val 50000"/>
            </a:avLst>
          </a:prstGeom>
          <a:solidFill>
            <a:srgbClr val="F8B044"/>
          </a:solidFill>
          <a:ln/>
        </p:spPr>
      </p:sp>
      <p:sp>
        <p:nvSpPr>
          <p:cNvPr id="26" name="Text 21"/>
          <p:cNvSpPr/>
          <p:nvPr/>
        </p:nvSpPr>
        <p:spPr>
          <a:xfrm>
            <a:off x="868680" y="90982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Discutons-en</a:t>
            </a:r>
            <a:endParaRPr lang="en-US" sz="13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9290304"/>
            <a:ext cx="164592" cy="1645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246120" y="9098280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hello@thelearningsociety.fr  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thelearningsociety.fr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777240" y="10003536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77240" y="10067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Confidentiel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4956048" y="10067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— One-pager (gabarit)</dc:title>
  <dc:subject>PptxGenJS Presentation</dc:subject>
  <dc:creator>The Learning Society</dc:creator>
  <cp:lastModifiedBy>The Learning Society</cp:lastModifiedBy>
  <cp:revision>1</cp:revision>
  <dcterms:created xsi:type="dcterms:W3CDTF">2026-06-17T09:19:35Z</dcterms:created>
  <dcterms:modified xsi:type="dcterms:W3CDTF">2026-06-17T09:19:35Z</dcterms:modified>
</cp:coreProperties>
</file>