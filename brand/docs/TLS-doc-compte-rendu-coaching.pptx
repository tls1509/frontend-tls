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82880" cy="18288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13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5852160"/>
            <a:ext cx="6007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COMPTE-RENDU DE SÉANCE · CONFIDENTIEL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0664" y="6263640"/>
            <a:ext cx="6007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Compte-Rendu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 Coaching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7240" y="8275320"/>
            <a:ext cx="640080" cy="45720"/>
          </a:xfrm>
          <a:prstGeom prst="rect">
            <a:avLst/>
          </a:prstGeom>
          <a:solidFill>
            <a:srgbClr val="ED84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8503920"/>
            <a:ext cx="6007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Intitulé du parcours ou de l'objectif de coaching }}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94640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Apprenant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 Nom}}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9774936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Coach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 Nom · The Learning Society}}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0085832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 mois YYYY}}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0396728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Séance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{{N° / total — ex. Séance 3 sur 6}}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· RÉSUMÉ DE SÉANCE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nous avons exploré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880616" cy="1005840"/>
          </a:xfrm>
          <a:prstGeom prst="roundRect">
            <a:avLst>
              <a:gd name="adj" fmla="val 7273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542032"/>
            <a:ext cx="1624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5256" y="2779776"/>
            <a:ext cx="1624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{{JJ mois YYYY}}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40736" y="2423160"/>
            <a:ext cx="1880616" cy="1005840"/>
          </a:xfrm>
          <a:prstGeom prst="roundRect">
            <a:avLst>
              <a:gd name="adj" fmla="val 7273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8752" y="2542032"/>
            <a:ext cx="1624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DURÉE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68752" y="2779776"/>
            <a:ext cx="1624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{{60 / 90 min}}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04232" y="2423160"/>
            <a:ext cx="1880616" cy="1005840"/>
          </a:xfrm>
          <a:prstGeom prst="roundRect">
            <a:avLst>
              <a:gd name="adj" fmla="val 7273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2248" y="2542032"/>
            <a:ext cx="1624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32248" y="2779776"/>
            <a:ext cx="1624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{{Visio / Présentiel}}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600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THÈME DE LA SÉANCE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Le thème central de la séance en une ligne. }}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600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POINTS CLÉS DISCUTÉS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92624"/>
            <a:ext cx="182880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06424" y="4956048"/>
            <a:ext cx="5605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Premier point clé abordé — reformulez la situation ou la problématique explorée. }}</a:t>
            </a:r>
            <a:endParaRPr lang="en-US" sz="1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41264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06424" y="5504688"/>
            <a:ext cx="5605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Deuxième point : une tension, une croyance, un levier identifié. }}</a:t>
            </a:r>
            <a:endParaRPr lang="en-US" sz="12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089904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06424" y="6053328"/>
            <a:ext cx="5605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Troisième point : une décision, un changement de posture, une clarification. }}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77240" y="6803136"/>
            <a:ext cx="6007608" cy="1280160"/>
          </a:xfrm>
          <a:prstGeom prst="roundRect">
            <a:avLst>
              <a:gd name="adj" fmla="val 7143"/>
            </a:avLst>
          </a:prstGeom>
          <a:solidFill>
            <a:srgbClr val="FFF3EB"/>
          </a:solidFill>
          <a:ln w="12700">
            <a:solidFill>
              <a:srgbClr val="F9D4B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709574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35608" y="7095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069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PRISE DE CONSCIENCE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069848" y="7498080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« {{ La prise de conscience principale de l'apprenant, idéalement dans ses propres mots. }} »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Compte-rendu de séance · Confidentiel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· PLAN D'ACTION &amp; SUITE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Engagements et prochaine séance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2926080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2468880"/>
            <a:ext cx="1280160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2468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83480" y="2468880"/>
            <a:ext cx="1097280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468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2468880"/>
            <a:ext cx="621792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4688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852928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529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Action 1 : ce que l'apprenant s'engage à faire avant la prochaine séance. }}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03320" y="2852928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852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{{Prénom}}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83480" y="2852928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8529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{{JJ/MM}}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2852928"/>
            <a:ext cx="62179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85292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2926080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4930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Action 2 : expérimentation ou observation à mener. }}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03320" y="3493008"/>
            <a:ext cx="1280160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34930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{{Prénom}}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83480" y="3493008"/>
            <a:ext cx="1097280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493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{{JJ/MM}}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3493008"/>
            <a:ext cx="621792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49300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7240" y="4133088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133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Action 3 : lecture, ressource ou réflexion suggérée par le coach. }}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703320" y="4133088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4133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{{Prénom}}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83480" y="4133088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41330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{{JJ/MM}}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80760" y="4133088"/>
            <a:ext cx="62179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13308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⬜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" y="4773168"/>
            <a:ext cx="2926080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773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Action 4 (optionnelle). }}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703320" y="4773168"/>
            <a:ext cx="1280160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47731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{{Prénom}}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983480" y="4773168"/>
            <a:ext cx="1097280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47731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{{JJ/MM}}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080760" y="4773168"/>
            <a:ext cx="621792" cy="64008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477316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⬜</a:t>
            </a:r>
            <a:endParaRPr lang="en-US" sz="16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0"/>
            <a:ext cx="237744" cy="237744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143000" y="58704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PROCHAINE SÉANCE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143000" y="6254496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{{JJ mois YYYY à HHhMM}}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1143000" y="6656832"/>
            <a:ext cx="5641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Sujet envisagé : {{ Thème envisagé pour la prochaine séance, à confirmer. }}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77240" y="8311896"/>
            <a:ext cx="6007608" cy="1280160"/>
          </a:xfrm>
          <a:prstGeom prst="roundRect">
            <a:avLst>
              <a:gd name="adj" fmla="val 7143"/>
            </a:avLst>
          </a:prstGeom>
          <a:solidFill>
            <a:srgbClr val="2F5F6A"/>
          </a:solidFill>
          <a:ln/>
        </p:spPr>
      </p:sp>
      <p:sp>
        <p:nvSpPr>
          <p:cNvPr id="52" name="Text 49"/>
          <p:cNvSpPr/>
          <p:nvPr/>
        </p:nvSpPr>
        <p:spPr>
          <a:xfrm>
            <a:off x="1143000" y="8513064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ENGAGEMENT DE SÉANCE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1143000" y="8860536"/>
            <a:ext cx="5276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« {{ La résolution de séance — ce que l'apprenant emporte comme intention forte. }} »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Compte-rendu de séance · Confidentiel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Compte-Rendu de Séance Coaching</dc:title>
  <dc:subject>PptxGenJS Presentation</dc:subject>
  <dc:creator>The Learning Society</dc:creator>
  <cp:lastModifiedBy>The Learning Society</cp:lastModifiedBy>
  <cp:revision>1</cp:revision>
  <dcterms:created xsi:type="dcterms:W3CDTF">2026-06-17T12:20:21Z</dcterms:created>
  <dcterms:modified xsi:type="dcterms:W3CDTF">2026-06-17T12:20:21Z</dcterms:modified>
</cp:coreProperties>
</file>