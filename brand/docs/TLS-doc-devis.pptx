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82880" cy="18288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13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5852160"/>
            <a:ext cx="6007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DEVIS · CONFIDENTIEL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0664" y="6263640"/>
            <a:ext cx="6007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Proposition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Chiffrée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77240" y="8275320"/>
            <a:ext cx="640080" cy="45720"/>
          </a:xfrm>
          <a:prstGeom prst="rect">
            <a:avLst/>
          </a:prstGeom>
          <a:solidFill>
            <a:srgbClr val="ED84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8503920"/>
            <a:ext cx="6007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Objet de la prestation en une ligne. }}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94640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Établi pour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{{Organisation / Contact}}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9774936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10085832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d'émission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{{JJ mois YYYY}}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10396728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Valable jusqu'au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{{JJ mois YYYY}}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10707624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Référence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{{DEV-000}}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· DÉTAIL DES PRESTATIONS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qui est proposé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Client  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{{Organisation}}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Contact  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{{Prénom Nom · fonction}}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80944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Objet  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{{Intitulé de la prestation}}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3474720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66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PRESTATION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3566160"/>
            <a:ext cx="822960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3566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QTÉ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3566160"/>
            <a:ext cx="1097280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3566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P.U.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621792" cy="384048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TOTAL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3950208"/>
            <a:ext cx="3474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502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{{Prestation 1 — ex. Audit Flash SBO (1 jour)}}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3950208"/>
            <a:ext cx="822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95020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{{1 j}}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3950208"/>
            <a:ext cx="1097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9502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950208"/>
            <a:ext cx="6217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950208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681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Détail : livrables, modalités, durée. }}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4681728"/>
            <a:ext cx="3474720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6817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{{Prestation 2 — ex. Formation Formateur Augmenté}}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51960" y="4681728"/>
            <a:ext cx="822960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468172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{{1 acc}}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4681728"/>
            <a:ext cx="1097280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468172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681728"/>
            <a:ext cx="621792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681728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5413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7 modules e-learning + 2 classes virtuelles. }}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" y="5413248"/>
            <a:ext cx="3474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413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{{Prestation 3 — ex. Accès Learning App (12 mois)}}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51960" y="5413248"/>
            <a:ext cx="822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541324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{{X util}}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74920" y="5413248"/>
            <a:ext cx="1097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541324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5413248"/>
            <a:ext cx="621792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5413248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680" y="6144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X utilisateurs, support inclus. }}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6144768"/>
            <a:ext cx="3474720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61447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{{Prestation 4 — ex. Séances de coaching individuel}}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251960" y="6144768"/>
            <a:ext cx="822960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3400" y="61447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{{X séa}}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74920" y="6144768"/>
            <a:ext cx="1097280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6360" y="614476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72200" y="6144768"/>
            <a:ext cx="621792" cy="731520"/>
          </a:xfrm>
          <a:prstGeom prst="rect">
            <a:avLst/>
          </a:prstGeom>
          <a:solidFill>
            <a:srgbClr val="F6FAFB"/>
          </a:solidFill>
          <a:ln w="6350">
            <a:solidFill>
              <a:srgbClr val="E6ED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6144768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68680" y="6876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X séances de 60 min en visio. }}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86200" y="72420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Sous-total HT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87568" y="7242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886200" y="7626096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TVA 20%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87568" y="76260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886200" y="8010144"/>
            <a:ext cx="2898648" cy="438912"/>
          </a:xfrm>
          <a:prstGeom prst="rect">
            <a:avLst/>
          </a:prstGeom>
          <a:solidFill>
            <a:srgbClr val="2F5F6A"/>
          </a:solidFill>
          <a:ln/>
        </p:spPr>
      </p:sp>
      <p:sp>
        <p:nvSpPr>
          <p:cNvPr id="59" name="Text 57"/>
          <p:cNvSpPr/>
          <p:nvPr/>
        </p:nvSpPr>
        <p:spPr>
          <a:xfrm>
            <a:off x="3886200" y="801014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TOTAL TTC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687568" y="8010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sur devis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" y="8705088"/>
            <a:ext cx="600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* Les tarifs sont communiqués sur demande et calibrés ensemble après échange de cadrage. Toute prestation fait l'objet d'un devis écrit signé avant démarrage.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Devis · Confidentiel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· CONDITIONS &amp; ACCORD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Conditions générales simplifiées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6007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Validité du devis : 30 jours à compter de la date d'émission.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007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Acompte de 30 % à la commande, solde à 30 jours date de facture.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6007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Annulation : remboursement intégral jusqu'à J-15 ; 50 % au-delà sauf force majeure.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6007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Formation : convention de formation disponible sur demande (Qualiopi n° {{XXXXX}}).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663440"/>
            <a:ext cx="6007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Données personnelles : traitement conforme au RGPD — notre DPA est disponible sur demande.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6007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  Litige : droit français applicable ; tribunal compétent : Paris (75).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621792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30936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The Learning Society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7498080"/>
            <a:ext cx="277520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7552944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Chloé Mimault · Co-fondatrice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7790688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&amp; signature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09644" y="6309360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Bon pour accord — {{Client}}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09644" y="7498080"/>
            <a:ext cx="277520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9644" y="7552944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{{Nom · fonction}}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09644" y="7790688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&amp; signature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8494776"/>
            <a:ext cx="6007608" cy="1097280"/>
          </a:xfrm>
          <a:prstGeom prst="roundRect">
            <a:avLst>
              <a:gd name="adj" fmla="val 8333"/>
            </a:avLst>
          </a:prstGeom>
          <a:solidFill>
            <a:srgbClr val="2F5F6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8677656"/>
            <a:ext cx="5276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Une question sur ce devis 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9061704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 </a:t>
            </a:r>
            <a:pPr indent="0" marL="0">
              <a:buNone/>
            </a:pPr>
            <a:r>
              <a:rPr lang="en-US" sz="11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Devis · Confidentiel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Devis (gabarit)</dc:title>
  <dc:subject>PptxGenJS Presentation</dc:subject>
  <dc:creator>The Learning Society</dc:creator>
  <cp:lastModifiedBy>The Learning Society</cp:lastModifiedBy>
  <cp:revision>1</cp:revision>
  <dcterms:created xsi:type="dcterms:W3CDTF">2026-06-17T12:20:21Z</dcterms:created>
  <dcterms:modified xsi:type="dcterms:W3CDTF">2026-06-17T12:20:21Z</dcterms:modified>
</cp:coreProperties>
</file>